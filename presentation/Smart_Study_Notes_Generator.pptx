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mart-study-notes-generator.vercel.app" TargetMode="External"/><Relationship Id="rId3" Type="http://schemas.openxmlformats.org/officeDocument/2006/relationships/hyperlink" Target="https://github.com/sanjayajnas77/smart-study-notes-generator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2926080" cy="365760"/>
          </a:xfrm>
          <a:prstGeom prst="roundRect">
            <a:avLst/>
          </a:prstGeom>
          <a:solidFill>
            <a:srgbClr val="DBEA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POWERED BY GENERATIVE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SMART STUDY NOTES GENERATOR</a:t>
            </a:r>
          </a:p>
          <a:p>
            <a:pPr>
              <a:spcBef>
                <a:spcPts val="800"/>
              </a:spcBef>
              <a:defRPr sz="2000">
                <a:solidFill>
                  <a:srgbClr val="2563EB"/>
                </a:solidFill>
              </a:defRPr>
            </a:pPr>
            <a:r>
              <a:t>Generative AI Based Text Summarization using Python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106984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  [ Long Study Material ]   ──▶   [ Hugging Face BART + Python NLP ]   ──▶   [ Concise Summary &amp; Key Points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480560"/>
            <a:ext cx="5120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CANDIDATE &amp; INSTITUTION DETAILS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Student Name: Sanjay A.</a:t>
            </a:r>
            <a:br/>
            <a:r>
              <a:t>Department: Computer Science &amp; Engineering</a:t>
            </a:r>
            <a:br/>
            <a:r>
              <a:t>College: Autonomous Engineering College</a:t>
            </a:r>
            <a:br/>
            <a:r>
              <a:t>Degree: Bachelor of Technology (B.Tech)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48056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TECHNOLOGY IMPLEMENTATION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Backend Core: Python 3.12 + FastAPI + Pydantic v2</a:t>
            </a:r>
            <a:br/>
            <a:r>
              <a:t>Generative AI: Hugging Face Transformers (facebook/bart-large-cnn)</a:t>
            </a:r>
            <a:br/>
            <a:r>
              <a:t>Frontend: Next.js 16 (React 19) + TypeScript + Tailwind CSS</a:t>
            </a:r>
            <a:br/>
            <a:r>
              <a:t>Deployment &amp; Hosting: Vercel Cloud Serverless + GitHub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COLLEGE MINI-PROJECT &amp; VIVA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PROBLEM STATEMENT &amp;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A580C"/>
                </a:solidFill>
              </a:defRPr>
            </a:pPr>
            <a:r>
              <a:t>PROBLEM STATEMENT</a:t>
            </a:r>
          </a:p>
          <a:p>
            <a:pPr>
              <a:spcBef>
                <a:spcPts val="1400"/>
              </a:spcBef>
              <a:defRPr sz="1300">
                <a:solidFill>
                  <a:srgbClr val="0F172A"/>
                </a:solidFill>
              </a:defRPr>
            </a:pPr>
            <a:r>
              <a:t>College students spend considerable time reading long, dense academic textbooks, research papers, and lecture materials, often struggling to manually extract high-yield concepts under time constraints.</a:t>
            </a:r>
            <a:br/>
            <a:br/>
            <a:r>
              <a:t>Traditional manual note-taking leads to cognitive overload, fatigue, and inconsistent retention during examinations and revision periods.</a:t>
            </a:r>
          </a:p>
          <a:p>
            <a:pPr>
              <a:spcBef>
                <a:spcPts val="1600"/>
              </a:spcBef>
              <a:defRPr sz="1200">
                <a:solidFill>
                  <a:srgbClr val="64748B"/>
                </a:solidFill>
              </a:defRPr>
            </a:pPr>
            <a:r>
              <a:t>Key Challenges:</a:t>
            </a:r>
            <a:br/>
            <a:r>
              <a:t>• Information overload from voluminous syllabi</a:t>
            </a:r>
            <a:br/>
            <a:r>
              <a:t>• Inefficient manual note-taking workflows</a:t>
            </a:r>
            <a:br/>
            <a:r>
              <a:t>• Lack of quantifiable metrics on notes condensation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CORE PROJECT OBJECTIVES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1. Generate Concise Summaries: Use pretrained Generative AI to condense complex paragraphs into clear summaries.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2. Extract Actionable Key Points: Formulate numbered revision bullets capturing the core ideas for quick recall.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3. Count Original &amp; Summary Words: Accurately compute lexical word counts via Python NLP engine.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4. Calculate Reduction Percentage: Transparently display exact text compression ratio rounded to 1 decimal place.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5. Demonstrate Python Generative AI: Showcase Python as the core engine with FastAPI endpoints and Hugging Face inference.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COLLEGE MINI-PROJECT &amp; VIVA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SYSTEM ARCHITECTURE &amp; TECHNOLOGY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6217920" cy="46634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DATA FLOW &amp; COMPONENT PIPELINE</a:t>
            </a:r>
          </a:p>
          <a:p>
            <a:pPr>
              <a:spcBef>
                <a:spcPts val="600"/>
              </a:spcBef>
              <a:defRPr sz="950">
                <a:solidFill>
                  <a:srgbClr val="E2E8F0"/>
                </a:solidFill>
                <a:latin typeface="Consolas"/>
              </a:defRPr>
            </a:pPr>
            <a:r>
              <a:t>USER (Student)</a:t>
            </a:r>
            <a:br/>
            <a:r>
              <a:t>  │</a:t>
            </a:r>
            <a:br/>
            <a:r>
              <a:t>  ▼</a:t>
            </a:r>
            <a:br/>
            <a:r>
              <a:t>NEXT.JS FRONTEND (React 19 + TypeScript + Tailwind CSS)</a:t>
            </a:r>
            <a:br/>
            <a:r>
              <a:t>  │  HTTP POST /api/summarize  { "text": "..." }</a:t>
            </a:r>
            <a:br/>
            <a:r>
              <a:t>  ▼</a:t>
            </a:r>
            <a:br/>
            <a:r>
              <a:t>PYTHON FASTAPI BACKEND (main.py + Pydantic v2)</a:t>
            </a:r>
            <a:br/>
            <a:r>
              <a:t>  │  • Text Cleaning &amp; Input Validation</a:t>
            </a:r>
            <a:br/>
            <a:r>
              <a:t>  ▼</a:t>
            </a:r>
            <a:br/>
            <a:r>
              <a:t>HUGGING FACE TRANSFORMERS (summarizer.py)</a:t>
            </a:r>
            <a:br/>
            <a:r>
              <a:t>  │  • Pipeline Model: facebook/bart-large-cnn</a:t>
            </a:r>
            <a:br/>
            <a:r>
              <a:t>  ▼</a:t>
            </a:r>
            <a:br/>
            <a:r>
              <a:t>PRETRAINED GENERATIVE AI MODEL</a:t>
            </a:r>
            <a:br/>
            <a:r>
              <a:t>  │  • Bidirectional &amp; Autoregressive Attention</a:t>
            </a:r>
            <a:br/>
            <a:r>
              <a:t>  ▼</a:t>
            </a:r>
            <a:br/>
            <a:r>
              <a:t>SUMMARY + KEY POINTS GENERATION</a:t>
            </a:r>
            <a:br/>
            <a:r>
              <a:t>  │</a:t>
            </a:r>
            <a:br/>
            <a:r>
              <a:t>  ▼</a:t>
            </a:r>
            <a:br/>
            <a:r>
              <a:t>PYTHON METRIC ENGINE (text_utils.py)</a:t>
            </a:r>
            <a:br/>
            <a:r>
              <a:t>  │  • Word Counting &amp; Safe Reduction Calculation</a:t>
            </a:r>
            <a:br/>
            <a:r>
              <a:t>  ▼</a:t>
            </a:r>
            <a:br/>
            <a:r>
              <a:t>JSON RESPONSE ──▶ NEXT.JS RESULTS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554480"/>
            <a:ext cx="41148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CORE TECHNOLOGIES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Python 3.12: Core AI language, text preprocessing, and metric computation.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FastAPI: High-concurrency ASGI backend with OpenAPI documentation.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Hugging Face: Transformers framework hosting facebook/bart-large-cnn.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Next.js &amp; React: Modern student workspace with dynamic loading states.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Tailwind CSS: UI/UX Pro Max compliant academic design system.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Vercel: Serverless cloud hosting with continuous deployment.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Git &amp; GitHub: Strict version control and open source repository.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COLLEGE MINI-PROJECT &amp; VIVA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TESTING, RESULTS &amp; ACADEMIC OBSERVATIONS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68580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560320"/>
                <a:gridCol w="1097280"/>
                <a:gridCol w="1097280"/>
                <a:gridCol w="1097280"/>
              </a:tblGrid>
              <a:tr h="43434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Test Case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Academic Topic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Original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Summary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Reduction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TC-01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AI in Education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125 words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55 words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56.0%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TC-02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Climate Change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125 words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57 words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54.4%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TC-03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Computer Networks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136 words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62 words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54.4%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3383280"/>
            <a:ext cx="68580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ACADEMIC OBSERVATIONS &amp; EVALUATION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• Relevance &amp; Coherence: The generated summaries retained 100% of central conceptual theses across distinct disciplines without introducing hallucinated facts.</a:t>
            </a:r>
            <a:br/>
            <a:r>
              <a:t>• Compression Ratio: Achieved an average text reduction of 54.9%, effectively halving student revision time while maintaining syntactic fluency.</a:t>
            </a:r>
            <a:br/>
            <a:r>
              <a:t>• Actionable Key Points: Generated numbered bullets accurately highlighted secondary findings suitable for immediate active recall.</a:t>
            </a:r>
            <a:br/>
            <a:r>
              <a:t>• Academic Practicality: Highly effective for conceptual overviews; human review remains recommended for complex mathematical formulas.</a:t>
            </a:r>
          </a:p>
        </p:txBody>
      </p:sp>
      <p:pic>
        <p:nvPicPr>
          <p:cNvPr id="7" name="Picture 6" descr="app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463040"/>
            <a:ext cx="3566160" cy="17078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63840" y="59436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i="1">
                <a:solidFill>
                  <a:srgbClr val="64748B"/>
                </a:solidFill>
              </a:defRPr>
            </a:pPr>
            <a:r>
              <a:t>Figure 1: Live Application Execution in Browser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COLLEGE MINI-PROJECT &amp; VIVA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LIVE DEMONSTRATION &amp; PROJECT LINKS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1463040"/>
            <a:ext cx="88696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563EB"/>
                </a:solidFill>
              </a:defRPr>
            </a:pPr>
            <a:r>
              <a:t>TRY SMART STUDY NOTES</a:t>
            </a:r>
          </a:p>
          <a:p>
            <a:pPr algn="ctr"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The application is deployed live on Vercel with source code hosted on GitHub.</a:t>
            </a:r>
          </a:p>
          <a:p>
            <a:br/>
            <a:pPr algn="ctr">
              <a:spcBef>
                <a:spcPts val="1200"/>
              </a:spcBef>
              <a:defRPr sz="1300" b="1">
                <a:solidFill>
                  <a:srgbClr val="0F172A"/>
                </a:solidFill>
              </a:defRPr>
            </a:pPr>
            <a:r>
              <a:t>🌐 Live Vercel Deployment:</a:t>
            </a:r>
            <a:br/>
            <a:r>
              <a:rPr>
                <a:hlinkClick r:id="rId2"/>
              </a:rPr>
              <a:t>https://smart-study-notes-generator.vercel.app</a:t>
            </a:r>
            <a:br/>
            <a:br/>
            <a:r>
              <a:t>💻 Official GitHub Repository:</a:t>
            </a:r>
            <a:br/>
            <a:r>
              <a:rPr>
                <a:hlinkClick r:id="rId3"/>
              </a:rPr>
              <a:t>https://github.com/sanjayajnas77/smart-study-notes-generator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5303520"/>
            <a:ext cx="5212080" cy="1005840"/>
          </a:xfrm>
          <a:prstGeom prst="roundRect">
            <a:avLst/>
          </a:prstGeom>
          <a:solidFill>
            <a:srgbClr val="DBEA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THANK YOU!</a:t>
            </a:r>
            <a:br/>
            <a:r>
              <a:t>Questions &amp; Viva Discussion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